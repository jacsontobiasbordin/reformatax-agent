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Reforma</a:t>
            </a:r>
            <a:pPr indent="0" marL="0">
              <a:buNone/>
            </a:pPr>
            <a:r>
              <a:rPr lang="en-US" sz="3400" b="1" dirty="0">
                <a:solidFill>
                  <a:srgbClr val="00D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</a:t>
            </a:r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966960" y="502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 · mini-projeto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D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reformatax --scope=cadastro,nfe,ibs_cbs --mode=erp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6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de IA para analisar impactos técnicos da Reforma Tributária em sistemas ERP.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38728" cy="4434840"/>
          </a:xfrm>
          <a:prstGeom prst="roundRect">
            <a:avLst>
              <a:gd name="adj" fmla="val 2326"/>
            </a:avLst>
          </a:prstGeom>
          <a:solidFill>
            <a:srgbClr val="1215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2199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222199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22199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14884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problema.md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265176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D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escolhido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04672" y="3337560"/>
            <a:ext cx="302666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C6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Reforma Tributária, times que mantêm ERPs precisam revisar cadastros, cálculos e documentos fiscais — e têm dificuldade em identificar rapidamente o que muda no sistema.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43400" y="1965960"/>
            <a:ext cx="3538728" cy="4434840"/>
          </a:xfrm>
          <a:prstGeom prst="roundRect">
            <a:avLst>
              <a:gd name="adj" fmla="val 2326"/>
            </a:avLst>
          </a:prstGeom>
          <a:solidFill>
            <a:srgbClr val="1215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9432" y="222199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222199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4910328" y="222199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214884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pipeline.yaml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99432" y="265176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D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automatizado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99432" y="3337560"/>
            <a:ext cx="302666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C6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inicial de impacto em 3 cenários do ERP: cadastro de produtos, emissão de nota fiscal e cálculo de impostos (IBS/CBS).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38160" y="1965960"/>
            <a:ext cx="3538728" cy="4434840"/>
          </a:xfrm>
          <a:prstGeom prst="roundRect">
            <a:avLst>
              <a:gd name="adj" fmla="val 2326"/>
            </a:avLst>
          </a:prstGeom>
          <a:solidFill>
            <a:srgbClr val="1215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94192" y="222199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20"/>
          <p:cNvSpPr/>
          <p:nvPr/>
        </p:nvSpPr>
        <p:spPr>
          <a:xfrm>
            <a:off x="8549640" y="222199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8705088" y="222199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2"/>
          <p:cNvSpPr/>
          <p:nvPr/>
        </p:nvSpPr>
        <p:spPr>
          <a:xfrm>
            <a:off x="8915400" y="214884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agent.config.json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94192" y="265176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D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do agente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394192" y="3337560"/>
            <a:ext cx="302666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C6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em LangGraph (estado, nós e conexões) que consulta uma base local de conhecimento e devolve uma análise estruturada — sem substituir parecer fiscal ou contábil.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Escopo controlado nesta versão · evolução futura: base maior, RAG/busca semântica e histórico de consultas.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Entrada, saída e </a:t>
            </a:r>
            <a:pPr indent="0" marL="0">
              <a:buNone/>
            </a:pPr>
            <a:r>
              <a:rPr lang="en-US" sz="2600" b="1" dirty="0">
                <a:solidFill>
                  <a:srgbClr val="00D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solução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1215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36245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36245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115568" y="136245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289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request.json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6112" y="170992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D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"input":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6CC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"pergunta em texto livre",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D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"scenario":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6CC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"auto-detectado"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"Quais impactos no cadastro de produtos do ERP?"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1430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1215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3952" y="136245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6629400" y="136245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36245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1289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response.json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65392" y="16916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00D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"cenario_analisado"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6CC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...,
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00D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"pontos_reforma"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6CC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 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6CC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],
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00D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"impactos_tecnicos"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6CC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 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6CC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],
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00D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"checklist_tecnico"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6CC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 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6CC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]
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D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do agente (LangGraph)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53796" y="4160520"/>
            <a:ext cx="1691640" cy="1097280"/>
          </a:xfrm>
          <a:prstGeom prst="roundRect">
            <a:avLst>
              <a:gd name="adj" fmla="val 5833"/>
            </a:avLst>
          </a:prstGeom>
          <a:solidFill>
            <a:srgbClr val="1215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" y="4233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5236" y="4489704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entrada_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usuario()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327148" y="416052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91740" y="4160520"/>
            <a:ext cx="1691640" cy="1097280"/>
          </a:xfrm>
          <a:prstGeom prst="roundRect">
            <a:avLst>
              <a:gd name="adj" fmla="val 5833"/>
            </a:avLst>
          </a:prstGeom>
          <a:solidFill>
            <a:srgbClr val="1215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1468" y="4233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83180" y="4489704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validar_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entrada()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65092" y="416052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329684" y="4160520"/>
            <a:ext cx="1691640" cy="1097280"/>
          </a:xfrm>
          <a:prstGeom prst="roundRect">
            <a:avLst>
              <a:gd name="adj" fmla="val 5833"/>
            </a:avLst>
          </a:prstGeom>
          <a:solidFill>
            <a:srgbClr val="1215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9412" y="4233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21124" y="4489704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identificar_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cenario()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03036" y="416052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67628" y="4160520"/>
            <a:ext cx="1691640" cy="1097280"/>
          </a:xfrm>
          <a:prstGeom prst="roundRect">
            <a:avLst>
              <a:gd name="adj" fmla="val 5833"/>
            </a:avLst>
          </a:prstGeom>
          <a:solidFill>
            <a:srgbClr val="00D9A6"/>
          </a:solidFill>
          <a:ln w="12700">
            <a:solidFill>
              <a:srgbClr val="00D9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7356" y="4233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59068" y="4489704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consultar_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base_local()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840980" y="416052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005572" y="4160520"/>
            <a:ext cx="1691640" cy="1097280"/>
          </a:xfrm>
          <a:prstGeom prst="roundRect">
            <a:avLst>
              <a:gd name="adj" fmla="val 5833"/>
            </a:avLst>
          </a:prstGeom>
          <a:solidFill>
            <a:srgbClr val="1215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15300" y="4233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97012" y="4489704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gerar_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analise()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78924" y="416052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843516" y="4160520"/>
            <a:ext cx="1691640" cy="1097280"/>
          </a:xfrm>
          <a:prstGeom prst="roundRect">
            <a:avLst>
              <a:gd name="adj" fmla="val 5833"/>
            </a:avLst>
          </a:prstGeom>
          <a:solidFill>
            <a:srgbClr val="1215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53244" y="4233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934956" y="4489704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resposta_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estruturada()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ferramenta integrada </a:t>
            </a:r>
            <a:pPr indent="0" marL="0">
              <a:buNone/>
            </a:pPr>
            <a:r>
              <a:rPr lang="en-US" sz="1000" dirty="0">
                <a:solidFill>
                  <a:srgbClr val="5C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leitura de </a:t>
            </a:r>
            <a:pPr indent="0" marL="0">
              <a:buNone/>
            </a:pPr>
            <a:r>
              <a:rPr lang="en-US" sz="1000" dirty="0">
                <a:solidFill>
                  <a:srgbClr val="C6CC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data/reforma_tributaria_erp.json</a:t>
            </a:r>
            <a:pPr indent="0" marL="0">
              <a:buNone/>
            </a:pPr>
            <a:r>
              <a:rPr lang="en-US" sz="1000" dirty="0">
                <a:solidFill>
                  <a:srgbClr val="5C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estado do grafo mantém pergunta, cenário, dados e resposta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desta versão: 3 cenários (cadastro de produtos, emissão de NF-e, cálculo de IBS/CBS). Sem RAG, busca semântica ou integração com ERP real.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2026-07-09T22:47:52Z</dcterms:created>
  <dcterms:modified xsi:type="dcterms:W3CDTF">2026-07-09T22:47:52Z</dcterms:modified>
</cp:coreProperties>
</file>